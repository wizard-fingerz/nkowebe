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318" r:id="rId4"/>
    <p:sldId id="320" r:id="rId5"/>
    <p:sldId id="319" r:id="rId6"/>
    <p:sldId id="259" r:id="rId7"/>
    <p:sldId id="301" r:id="rId8"/>
    <p:sldId id="321" r:id="rId9"/>
    <p:sldId id="302" r:id="rId10"/>
    <p:sldId id="322" r:id="rId11"/>
    <p:sldId id="323" r:id="rId12"/>
    <p:sldId id="324" r:id="rId13"/>
    <p:sldId id="329" r:id="rId14"/>
    <p:sldId id="326" r:id="rId15"/>
    <p:sldId id="330" r:id="rId16"/>
    <p:sldId id="327" r:id="rId17"/>
    <p:sldId id="328" r:id="rId18"/>
    <p:sldId id="300" r:id="rId19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47043" autoAdjust="0"/>
  </p:normalViewPr>
  <p:slideViewPr>
    <p:cSldViewPr snapToGrid="0">
      <p:cViewPr varScale="1">
        <p:scale>
          <a:sx n="46" d="100"/>
          <a:sy n="46" d="100"/>
        </p:scale>
        <p:origin x="48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773159" d="25000000"/>
        <a:sy n="40773159" d="25000000"/>
      </p:scale>
      <p:origin x="0" y="-130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81F5D-8D72-4A83-933D-693530117FD6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84633A-DFF9-47ED-9753-B893E4A92E66}">
      <dgm:prSet phldrT="[Text]" custT="1"/>
      <dgm:spPr/>
      <dgm:t>
        <a:bodyPr/>
        <a:lstStyle/>
        <a:p>
          <a:r>
            <a:rPr lang="en-GB" sz="4000" b="1" dirty="0" smtClean="0"/>
            <a:t>Student/Teacher</a:t>
          </a:r>
          <a:endParaRPr lang="en-US" sz="4000" b="1" dirty="0"/>
        </a:p>
      </dgm:t>
    </dgm:pt>
    <dgm:pt modelId="{3905DD28-2BD8-42EC-9F13-B4E6269C6790}" type="parTrans" cxnId="{AFBBF7D2-EB80-403D-9A72-A44E4680D29B}">
      <dgm:prSet/>
      <dgm:spPr/>
      <dgm:t>
        <a:bodyPr/>
        <a:lstStyle/>
        <a:p>
          <a:endParaRPr lang="en-US"/>
        </a:p>
      </dgm:t>
    </dgm:pt>
    <dgm:pt modelId="{2FF372D1-C0C9-4D8D-B3AD-611D0BF5ECD6}" type="sibTrans" cxnId="{AFBBF7D2-EB80-403D-9A72-A44E4680D29B}">
      <dgm:prSet/>
      <dgm:spPr/>
      <dgm:t>
        <a:bodyPr/>
        <a:lstStyle/>
        <a:p>
          <a:endParaRPr lang="en-US"/>
        </a:p>
      </dgm:t>
    </dgm:pt>
    <dgm:pt modelId="{4F40DE14-8F18-4DBC-A6DD-E763B37709DC}">
      <dgm:prSet phldrT="[Text]"/>
      <dgm:spPr/>
      <dgm:t>
        <a:bodyPr/>
        <a:lstStyle/>
        <a:p>
          <a:r>
            <a:rPr lang="en-GB" b="1" dirty="0" smtClean="0"/>
            <a:t>(Website/App)</a:t>
          </a:r>
          <a:endParaRPr lang="en-US" b="1" dirty="0"/>
        </a:p>
      </dgm:t>
    </dgm:pt>
    <dgm:pt modelId="{7197D27B-A553-4CE7-AA66-2BE7B2B946B8}" type="parTrans" cxnId="{EEC53268-DC7C-4805-AB95-64C065B648DE}">
      <dgm:prSet/>
      <dgm:spPr/>
      <dgm:t>
        <a:bodyPr/>
        <a:lstStyle/>
        <a:p>
          <a:endParaRPr lang="en-US"/>
        </a:p>
      </dgm:t>
    </dgm:pt>
    <dgm:pt modelId="{B00CE9BC-68BF-4D30-B410-541953672E66}" type="sibTrans" cxnId="{EEC53268-DC7C-4805-AB95-64C065B648DE}">
      <dgm:prSet/>
      <dgm:spPr/>
      <dgm:t>
        <a:bodyPr/>
        <a:lstStyle/>
        <a:p>
          <a:endParaRPr lang="en-US"/>
        </a:p>
      </dgm:t>
    </dgm:pt>
    <dgm:pt modelId="{04671BDE-C15F-45CC-B1F9-0838A0B39C78}">
      <dgm:prSet phldrT="[Text]"/>
      <dgm:spPr/>
      <dgm:t>
        <a:bodyPr/>
        <a:lstStyle/>
        <a:p>
          <a:r>
            <a:rPr lang="en-GB" b="1" dirty="0" smtClean="0"/>
            <a:t>[Frontend]</a:t>
          </a:r>
          <a:endParaRPr lang="en-US" b="1" dirty="0"/>
        </a:p>
      </dgm:t>
    </dgm:pt>
    <dgm:pt modelId="{C914D2D3-43A0-4A7A-ADD4-1CEC8854ABBE}" type="parTrans" cxnId="{A0F742FB-C40D-4685-A2CE-5651F288A1FE}">
      <dgm:prSet/>
      <dgm:spPr/>
      <dgm:t>
        <a:bodyPr/>
        <a:lstStyle/>
        <a:p>
          <a:endParaRPr lang="en-US"/>
        </a:p>
      </dgm:t>
    </dgm:pt>
    <dgm:pt modelId="{979C8598-4450-4354-A7D3-615F2EF2A6AE}" type="sibTrans" cxnId="{A0F742FB-C40D-4685-A2CE-5651F288A1FE}">
      <dgm:prSet/>
      <dgm:spPr/>
      <dgm:t>
        <a:bodyPr/>
        <a:lstStyle/>
        <a:p>
          <a:endParaRPr lang="en-US"/>
        </a:p>
      </dgm:t>
    </dgm:pt>
    <dgm:pt modelId="{6BCD22D0-B0E8-4BC3-8E15-04F42C9EFAEE}">
      <dgm:prSet phldrT="[Text]" custT="1"/>
      <dgm:spPr/>
      <dgm:t>
        <a:bodyPr/>
        <a:lstStyle/>
        <a:p>
          <a:r>
            <a:rPr lang="en-GB" sz="4000" b="1" dirty="0" smtClean="0"/>
            <a:t>Backend Server</a:t>
          </a:r>
          <a:endParaRPr lang="en-US" sz="4000" b="1" dirty="0"/>
        </a:p>
      </dgm:t>
    </dgm:pt>
    <dgm:pt modelId="{41DE5AB9-8312-4DB6-AD43-908D182B4DFF}" type="parTrans" cxnId="{610C8294-A521-4163-A00F-0F599F372649}">
      <dgm:prSet/>
      <dgm:spPr/>
      <dgm:t>
        <a:bodyPr/>
        <a:lstStyle/>
        <a:p>
          <a:endParaRPr lang="en-US"/>
        </a:p>
      </dgm:t>
    </dgm:pt>
    <dgm:pt modelId="{564588DF-4BF3-4E48-BFDA-4B79C5265D6E}" type="sibTrans" cxnId="{610C8294-A521-4163-A00F-0F599F372649}">
      <dgm:prSet/>
      <dgm:spPr/>
      <dgm:t>
        <a:bodyPr/>
        <a:lstStyle/>
        <a:p>
          <a:endParaRPr lang="en-US"/>
        </a:p>
      </dgm:t>
    </dgm:pt>
    <dgm:pt modelId="{D95D9C86-D8D6-4F42-A5D8-AC122B93E108}">
      <dgm:prSet phldrT="[Text]"/>
      <dgm:spPr/>
      <dgm:t>
        <a:bodyPr/>
        <a:lstStyle/>
        <a:p>
          <a:r>
            <a:rPr lang="en-GB" b="1" dirty="0" smtClean="0"/>
            <a:t>Adaptive Learning Engine</a:t>
          </a:r>
          <a:endParaRPr lang="en-US" b="1" dirty="0"/>
        </a:p>
      </dgm:t>
    </dgm:pt>
    <dgm:pt modelId="{40517EC2-6962-45B9-9F93-56A99582A89F}" type="parTrans" cxnId="{5D0BC37C-D26E-479B-833F-10DC3DD1D29A}">
      <dgm:prSet/>
      <dgm:spPr/>
      <dgm:t>
        <a:bodyPr/>
        <a:lstStyle/>
        <a:p>
          <a:endParaRPr lang="en-US"/>
        </a:p>
      </dgm:t>
    </dgm:pt>
    <dgm:pt modelId="{0DE5A835-8716-45E2-85F8-E9007DEF2A60}" type="sibTrans" cxnId="{5D0BC37C-D26E-479B-833F-10DC3DD1D29A}">
      <dgm:prSet/>
      <dgm:spPr/>
      <dgm:t>
        <a:bodyPr/>
        <a:lstStyle/>
        <a:p>
          <a:endParaRPr lang="en-US"/>
        </a:p>
      </dgm:t>
    </dgm:pt>
    <dgm:pt modelId="{E14B2901-0EC6-43D0-86A8-BFCAD3C9FC55}">
      <dgm:prSet phldrT="[Text]" custT="1"/>
      <dgm:spPr/>
      <dgm:t>
        <a:bodyPr/>
        <a:lstStyle/>
        <a:p>
          <a:r>
            <a:rPr lang="en-GB" sz="4000" b="1" dirty="0" smtClean="0"/>
            <a:t>Database</a:t>
          </a:r>
          <a:endParaRPr lang="en-US" sz="4000" b="1" dirty="0"/>
        </a:p>
      </dgm:t>
    </dgm:pt>
    <dgm:pt modelId="{0B826895-505A-449C-8691-1AC4D6462537}" type="parTrans" cxnId="{9D3421C6-4EEB-4944-A87D-5B8FED4AFBE5}">
      <dgm:prSet/>
      <dgm:spPr/>
      <dgm:t>
        <a:bodyPr/>
        <a:lstStyle/>
        <a:p>
          <a:endParaRPr lang="en-US"/>
        </a:p>
      </dgm:t>
    </dgm:pt>
    <dgm:pt modelId="{179DF44B-9129-4D4A-85EC-DCBCE152A110}" type="sibTrans" cxnId="{9D3421C6-4EEB-4944-A87D-5B8FED4AFBE5}">
      <dgm:prSet/>
      <dgm:spPr/>
      <dgm:t>
        <a:bodyPr/>
        <a:lstStyle/>
        <a:p>
          <a:endParaRPr lang="en-US"/>
        </a:p>
      </dgm:t>
    </dgm:pt>
    <dgm:pt modelId="{F54FAEC3-5364-494F-BC33-0BB017767A34}">
      <dgm:prSet phldrT="[Text]"/>
      <dgm:spPr/>
      <dgm:t>
        <a:bodyPr/>
        <a:lstStyle/>
        <a:p>
          <a:r>
            <a:rPr lang="en-GB" b="1" dirty="0" smtClean="0"/>
            <a:t>Stores student progress, lessons, quizzes</a:t>
          </a:r>
          <a:endParaRPr lang="en-US" b="1" dirty="0"/>
        </a:p>
      </dgm:t>
    </dgm:pt>
    <dgm:pt modelId="{1FA350B4-1C64-4D57-B6B2-DDB4B9275D00}" type="parTrans" cxnId="{A59348D5-061F-44BA-93D6-BE494E5F3D20}">
      <dgm:prSet/>
      <dgm:spPr/>
      <dgm:t>
        <a:bodyPr/>
        <a:lstStyle/>
        <a:p>
          <a:endParaRPr lang="en-US"/>
        </a:p>
      </dgm:t>
    </dgm:pt>
    <dgm:pt modelId="{F4CDD037-2FB9-4CE5-B99F-313E16A22264}" type="sibTrans" cxnId="{A59348D5-061F-44BA-93D6-BE494E5F3D20}">
      <dgm:prSet/>
      <dgm:spPr/>
      <dgm:t>
        <a:bodyPr/>
        <a:lstStyle/>
        <a:p>
          <a:endParaRPr lang="en-US"/>
        </a:p>
      </dgm:t>
    </dgm:pt>
    <dgm:pt modelId="{4BEC3D44-6F8C-4B68-BA7F-705578289C61}" type="pres">
      <dgm:prSet presAssocID="{30981F5D-8D72-4A83-933D-693530117FD6}" presName="Name0" presStyleCnt="0">
        <dgm:presLayoutVars>
          <dgm:dir/>
          <dgm:animLvl val="lvl"/>
          <dgm:resizeHandles val="exact"/>
        </dgm:presLayoutVars>
      </dgm:prSet>
      <dgm:spPr/>
    </dgm:pt>
    <dgm:pt modelId="{266565D3-A5BE-4183-8A6A-99AD97673EAF}" type="pres">
      <dgm:prSet presAssocID="{E14B2901-0EC6-43D0-86A8-BFCAD3C9FC55}" presName="boxAndChildren" presStyleCnt="0"/>
      <dgm:spPr/>
    </dgm:pt>
    <dgm:pt modelId="{64E78FE0-A24D-4B01-A677-378E67D704FA}" type="pres">
      <dgm:prSet presAssocID="{E14B2901-0EC6-43D0-86A8-BFCAD3C9FC55}" presName="parentTextBox" presStyleLbl="node1" presStyleIdx="0" presStyleCnt="3"/>
      <dgm:spPr/>
    </dgm:pt>
    <dgm:pt modelId="{A300493D-94D9-4F71-800A-2A7E25287CA8}" type="pres">
      <dgm:prSet presAssocID="{E14B2901-0EC6-43D0-86A8-BFCAD3C9FC55}" presName="entireBox" presStyleLbl="node1" presStyleIdx="0" presStyleCnt="3"/>
      <dgm:spPr/>
    </dgm:pt>
    <dgm:pt modelId="{359808F0-35DE-44FC-B53F-FB9E3D53391B}" type="pres">
      <dgm:prSet presAssocID="{E14B2901-0EC6-43D0-86A8-BFCAD3C9FC55}" presName="descendantBox" presStyleCnt="0"/>
      <dgm:spPr/>
    </dgm:pt>
    <dgm:pt modelId="{EA506989-20BD-4481-AF63-E294E4D2B76F}" type="pres">
      <dgm:prSet presAssocID="{F54FAEC3-5364-494F-BC33-0BB017767A34}" presName="childTextBox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88C4D8-5685-4267-8EA1-5B4FBDF11928}" type="pres">
      <dgm:prSet presAssocID="{564588DF-4BF3-4E48-BFDA-4B79C5265D6E}" presName="sp" presStyleCnt="0"/>
      <dgm:spPr/>
    </dgm:pt>
    <dgm:pt modelId="{22B503F1-3CD8-4820-A35B-736FBDB56F46}" type="pres">
      <dgm:prSet presAssocID="{6BCD22D0-B0E8-4BC3-8E15-04F42C9EFAEE}" presName="arrowAndChildren" presStyleCnt="0"/>
      <dgm:spPr/>
    </dgm:pt>
    <dgm:pt modelId="{4270D6E7-6896-4BEE-8284-F99C8F174DD8}" type="pres">
      <dgm:prSet presAssocID="{6BCD22D0-B0E8-4BC3-8E15-04F42C9EFAEE}" presName="parentTextArrow" presStyleLbl="node1" presStyleIdx="0" presStyleCnt="3"/>
      <dgm:spPr/>
    </dgm:pt>
    <dgm:pt modelId="{A98EC300-8773-42CF-8E36-B8490EE8639C}" type="pres">
      <dgm:prSet presAssocID="{6BCD22D0-B0E8-4BC3-8E15-04F42C9EFAEE}" presName="arrow" presStyleLbl="node1" presStyleIdx="1" presStyleCnt="3"/>
      <dgm:spPr/>
    </dgm:pt>
    <dgm:pt modelId="{BB25E009-E7E2-4E1D-8BF5-B9358DFADB53}" type="pres">
      <dgm:prSet presAssocID="{6BCD22D0-B0E8-4BC3-8E15-04F42C9EFAEE}" presName="descendantArrow" presStyleCnt="0"/>
      <dgm:spPr/>
    </dgm:pt>
    <dgm:pt modelId="{71B5B8CD-73FB-4E3F-8F8F-933886C7914F}" type="pres">
      <dgm:prSet presAssocID="{D95D9C86-D8D6-4F42-A5D8-AC122B93E108}" presName="childTextArrow" presStyleLbl="fgAccFollowNode1" presStyleIdx="1" presStyleCnt="4" custScaleX="2000000">
        <dgm:presLayoutVars>
          <dgm:bulletEnabled val="1"/>
        </dgm:presLayoutVars>
      </dgm:prSet>
      <dgm:spPr/>
    </dgm:pt>
    <dgm:pt modelId="{36DFC892-D867-426E-A704-AF77DDE5262B}" type="pres">
      <dgm:prSet presAssocID="{2FF372D1-C0C9-4D8D-B3AD-611D0BF5ECD6}" presName="sp" presStyleCnt="0"/>
      <dgm:spPr/>
    </dgm:pt>
    <dgm:pt modelId="{762BF71E-E1E5-4B16-8825-BD66B5B45F74}" type="pres">
      <dgm:prSet presAssocID="{2484633A-DFF9-47ED-9753-B893E4A92E66}" presName="arrowAndChildren" presStyleCnt="0"/>
      <dgm:spPr/>
    </dgm:pt>
    <dgm:pt modelId="{E0A3A29C-86FC-49D7-B044-8DE33618B442}" type="pres">
      <dgm:prSet presAssocID="{2484633A-DFF9-47ED-9753-B893E4A92E66}" presName="parentTextArrow" presStyleLbl="node1" presStyleIdx="1" presStyleCnt="3"/>
      <dgm:spPr/>
    </dgm:pt>
    <dgm:pt modelId="{E45D9F02-BC39-47B4-95A7-45C60EA032EF}" type="pres">
      <dgm:prSet presAssocID="{2484633A-DFF9-47ED-9753-B893E4A92E66}" presName="arrow" presStyleLbl="node1" presStyleIdx="2" presStyleCnt="3"/>
      <dgm:spPr/>
    </dgm:pt>
    <dgm:pt modelId="{2DF91716-D77E-49C6-B15B-CBFAFBFE350C}" type="pres">
      <dgm:prSet presAssocID="{2484633A-DFF9-47ED-9753-B893E4A92E66}" presName="descendantArrow" presStyleCnt="0"/>
      <dgm:spPr/>
    </dgm:pt>
    <dgm:pt modelId="{AB56C31F-E4BB-4034-980E-CE7B156CEAEB}" type="pres">
      <dgm:prSet presAssocID="{4F40DE14-8F18-4DBC-A6DD-E763B37709DC}" presName="childTextArrow" presStyleLbl="fgAccFollowNode1" presStyleIdx="2" presStyleCnt="4">
        <dgm:presLayoutVars>
          <dgm:bulletEnabled val="1"/>
        </dgm:presLayoutVars>
      </dgm:prSet>
      <dgm:spPr/>
    </dgm:pt>
    <dgm:pt modelId="{DBF1A791-8A09-4D69-B9C9-782440FD2E82}" type="pres">
      <dgm:prSet presAssocID="{04671BDE-C15F-45CC-B1F9-0838A0B39C78}" presName="childTextArrow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01832B8-63F4-4EEA-AC01-3459B7AFB4F5}" type="presOf" srcId="{4F40DE14-8F18-4DBC-A6DD-E763B37709DC}" destId="{AB56C31F-E4BB-4034-980E-CE7B156CEAEB}" srcOrd="0" destOrd="0" presId="urn:microsoft.com/office/officeart/2005/8/layout/process4"/>
    <dgm:cxn modelId="{9D3421C6-4EEB-4944-A87D-5B8FED4AFBE5}" srcId="{30981F5D-8D72-4A83-933D-693530117FD6}" destId="{E14B2901-0EC6-43D0-86A8-BFCAD3C9FC55}" srcOrd="2" destOrd="0" parTransId="{0B826895-505A-449C-8691-1AC4D6462537}" sibTransId="{179DF44B-9129-4D4A-85EC-DCBCE152A110}"/>
    <dgm:cxn modelId="{A0F742FB-C40D-4685-A2CE-5651F288A1FE}" srcId="{2484633A-DFF9-47ED-9753-B893E4A92E66}" destId="{04671BDE-C15F-45CC-B1F9-0838A0B39C78}" srcOrd="1" destOrd="0" parTransId="{C914D2D3-43A0-4A7A-ADD4-1CEC8854ABBE}" sibTransId="{979C8598-4450-4354-A7D3-615F2EF2A6AE}"/>
    <dgm:cxn modelId="{B638056C-F817-4880-AAD7-D36DF2DBA09A}" type="presOf" srcId="{30981F5D-8D72-4A83-933D-693530117FD6}" destId="{4BEC3D44-6F8C-4B68-BA7F-705578289C61}" srcOrd="0" destOrd="0" presId="urn:microsoft.com/office/officeart/2005/8/layout/process4"/>
    <dgm:cxn modelId="{77894BC1-18BD-4FF5-9501-F6F6A77F544C}" type="presOf" srcId="{F54FAEC3-5364-494F-BC33-0BB017767A34}" destId="{EA506989-20BD-4481-AF63-E294E4D2B76F}" srcOrd="0" destOrd="0" presId="urn:microsoft.com/office/officeart/2005/8/layout/process4"/>
    <dgm:cxn modelId="{032C4685-F822-4E62-9733-58EC7AFB490B}" type="presOf" srcId="{04671BDE-C15F-45CC-B1F9-0838A0B39C78}" destId="{DBF1A791-8A09-4D69-B9C9-782440FD2E82}" srcOrd="0" destOrd="0" presId="urn:microsoft.com/office/officeart/2005/8/layout/process4"/>
    <dgm:cxn modelId="{D2408880-5AB2-45FA-9F40-05A0ACBAFF5B}" type="presOf" srcId="{2484633A-DFF9-47ED-9753-B893E4A92E66}" destId="{E45D9F02-BC39-47B4-95A7-45C60EA032EF}" srcOrd="1" destOrd="0" presId="urn:microsoft.com/office/officeart/2005/8/layout/process4"/>
    <dgm:cxn modelId="{0D11623D-4443-4645-B671-DF7CCF9D1619}" type="presOf" srcId="{E14B2901-0EC6-43D0-86A8-BFCAD3C9FC55}" destId="{A300493D-94D9-4F71-800A-2A7E25287CA8}" srcOrd="1" destOrd="0" presId="urn:microsoft.com/office/officeart/2005/8/layout/process4"/>
    <dgm:cxn modelId="{06D678F0-7084-4044-84ED-0934826041C5}" type="presOf" srcId="{2484633A-DFF9-47ED-9753-B893E4A92E66}" destId="{E0A3A29C-86FC-49D7-B044-8DE33618B442}" srcOrd="0" destOrd="0" presId="urn:microsoft.com/office/officeart/2005/8/layout/process4"/>
    <dgm:cxn modelId="{AFBBF7D2-EB80-403D-9A72-A44E4680D29B}" srcId="{30981F5D-8D72-4A83-933D-693530117FD6}" destId="{2484633A-DFF9-47ED-9753-B893E4A92E66}" srcOrd="0" destOrd="0" parTransId="{3905DD28-2BD8-42EC-9F13-B4E6269C6790}" sibTransId="{2FF372D1-C0C9-4D8D-B3AD-611D0BF5ECD6}"/>
    <dgm:cxn modelId="{DCE34629-71A1-4AEC-A048-89712F470060}" type="presOf" srcId="{D95D9C86-D8D6-4F42-A5D8-AC122B93E108}" destId="{71B5B8CD-73FB-4E3F-8F8F-933886C7914F}" srcOrd="0" destOrd="0" presId="urn:microsoft.com/office/officeart/2005/8/layout/process4"/>
    <dgm:cxn modelId="{BB6920CF-1ED3-4FF8-9237-3F1F2F91AF55}" type="presOf" srcId="{6BCD22D0-B0E8-4BC3-8E15-04F42C9EFAEE}" destId="{4270D6E7-6896-4BEE-8284-F99C8F174DD8}" srcOrd="0" destOrd="0" presId="urn:microsoft.com/office/officeart/2005/8/layout/process4"/>
    <dgm:cxn modelId="{A5344EDA-4FF5-4638-9954-DE16E594FC2F}" type="presOf" srcId="{6BCD22D0-B0E8-4BC3-8E15-04F42C9EFAEE}" destId="{A98EC300-8773-42CF-8E36-B8490EE8639C}" srcOrd="1" destOrd="0" presId="urn:microsoft.com/office/officeart/2005/8/layout/process4"/>
    <dgm:cxn modelId="{8B31FFA7-03A2-42B9-9ADE-590AC4DB939E}" type="presOf" srcId="{E14B2901-0EC6-43D0-86A8-BFCAD3C9FC55}" destId="{64E78FE0-A24D-4B01-A677-378E67D704FA}" srcOrd="0" destOrd="0" presId="urn:microsoft.com/office/officeart/2005/8/layout/process4"/>
    <dgm:cxn modelId="{5D0BC37C-D26E-479B-833F-10DC3DD1D29A}" srcId="{6BCD22D0-B0E8-4BC3-8E15-04F42C9EFAEE}" destId="{D95D9C86-D8D6-4F42-A5D8-AC122B93E108}" srcOrd="0" destOrd="0" parTransId="{40517EC2-6962-45B9-9F93-56A99582A89F}" sibTransId="{0DE5A835-8716-45E2-85F8-E9007DEF2A60}"/>
    <dgm:cxn modelId="{610C8294-A521-4163-A00F-0F599F372649}" srcId="{30981F5D-8D72-4A83-933D-693530117FD6}" destId="{6BCD22D0-B0E8-4BC3-8E15-04F42C9EFAEE}" srcOrd="1" destOrd="0" parTransId="{41DE5AB9-8312-4DB6-AD43-908D182B4DFF}" sibTransId="{564588DF-4BF3-4E48-BFDA-4B79C5265D6E}"/>
    <dgm:cxn modelId="{A59348D5-061F-44BA-93D6-BE494E5F3D20}" srcId="{E14B2901-0EC6-43D0-86A8-BFCAD3C9FC55}" destId="{F54FAEC3-5364-494F-BC33-0BB017767A34}" srcOrd="0" destOrd="0" parTransId="{1FA350B4-1C64-4D57-B6B2-DDB4B9275D00}" sibTransId="{F4CDD037-2FB9-4CE5-B99F-313E16A22264}"/>
    <dgm:cxn modelId="{EEC53268-DC7C-4805-AB95-64C065B648DE}" srcId="{2484633A-DFF9-47ED-9753-B893E4A92E66}" destId="{4F40DE14-8F18-4DBC-A6DD-E763B37709DC}" srcOrd="0" destOrd="0" parTransId="{7197D27B-A553-4CE7-AA66-2BE7B2B946B8}" sibTransId="{B00CE9BC-68BF-4D30-B410-541953672E66}"/>
    <dgm:cxn modelId="{5F523852-5C3F-485E-925C-681518DE41EC}" type="presParOf" srcId="{4BEC3D44-6F8C-4B68-BA7F-705578289C61}" destId="{266565D3-A5BE-4183-8A6A-99AD97673EAF}" srcOrd="0" destOrd="0" presId="urn:microsoft.com/office/officeart/2005/8/layout/process4"/>
    <dgm:cxn modelId="{120A5C21-9C92-4625-8222-3ABEF5CDDCEA}" type="presParOf" srcId="{266565D3-A5BE-4183-8A6A-99AD97673EAF}" destId="{64E78FE0-A24D-4B01-A677-378E67D704FA}" srcOrd="0" destOrd="0" presId="urn:microsoft.com/office/officeart/2005/8/layout/process4"/>
    <dgm:cxn modelId="{B018C76B-0B45-4929-89BD-2E0DFC4DAC0E}" type="presParOf" srcId="{266565D3-A5BE-4183-8A6A-99AD97673EAF}" destId="{A300493D-94D9-4F71-800A-2A7E25287CA8}" srcOrd="1" destOrd="0" presId="urn:microsoft.com/office/officeart/2005/8/layout/process4"/>
    <dgm:cxn modelId="{A3A80C79-EC8A-4D70-A6D1-0766EC2A0C2A}" type="presParOf" srcId="{266565D3-A5BE-4183-8A6A-99AD97673EAF}" destId="{359808F0-35DE-44FC-B53F-FB9E3D53391B}" srcOrd="2" destOrd="0" presId="urn:microsoft.com/office/officeart/2005/8/layout/process4"/>
    <dgm:cxn modelId="{8EBDBBED-709F-45B3-85FA-1CD061901F00}" type="presParOf" srcId="{359808F0-35DE-44FC-B53F-FB9E3D53391B}" destId="{EA506989-20BD-4481-AF63-E294E4D2B76F}" srcOrd="0" destOrd="0" presId="urn:microsoft.com/office/officeart/2005/8/layout/process4"/>
    <dgm:cxn modelId="{8AEFA581-81BD-4304-BB0E-DA34DFE2D554}" type="presParOf" srcId="{4BEC3D44-6F8C-4B68-BA7F-705578289C61}" destId="{7D88C4D8-5685-4267-8EA1-5B4FBDF11928}" srcOrd="1" destOrd="0" presId="urn:microsoft.com/office/officeart/2005/8/layout/process4"/>
    <dgm:cxn modelId="{39CBCA94-1166-4FBB-83DF-446D896A76D1}" type="presParOf" srcId="{4BEC3D44-6F8C-4B68-BA7F-705578289C61}" destId="{22B503F1-3CD8-4820-A35B-736FBDB56F46}" srcOrd="2" destOrd="0" presId="urn:microsoft.com/office/officeart/2005/8/layout/process4"/>
    <dgm:cxn modelId="{E03FB156-43D5-4BEB-B47A-7270D1DA01C2}" type="presParOf" srcId="{22B503F1-3CD8-4820-A35B-736FBDB56F46}" destId="{4270D6E7-6896-4BEE-8284-F99C8F174DD8}" srcOrd="0" destOrd="0" presId="urn:microsoft.com/office/officeart/2005/8/layout/process4"/>
    <dgm:cxn modelId="{C071A8FB-65C0-4D9E-BFAF-BB5B3EBED790}" type="presParOf" srcId="{22B503F1-3CD8-4820-A35B-736FBDB56F46}" destId="{A98EC300-8773-42CF-8E36-B8490EE8639C}" srcOrd="1" destOrd="0" presId="urn:microsoft.com/office/officeart/2005/8/layout/process4"/>
    <dgm:cxn modelId="{53AFAA47-2085-41D5-8379-29AA5E84AD66}" type="presParOf" srcId="{22B503F1-3CD8-4820-A35B-736FBDB56F46}" destId="{BB25E009-E7E2-4E1D-8BF5-B9358DFADB53}" srcOrd="2" destOrd="0" presId="urn:microsoft.com/office/officeart/2005/8/layout/process4"/>
    <dgm:cxn modelId="{B4E7442C-2182-4475-A49E-0F5742D0C918}" type="presParOf" srcId="{BB25E009-E7E2-4E1D-8BF5-B9358DFADB53}" destId="{71B5B8CD-73FB-4E3F-8F8F-933886C7914F}" srcOrd="0" destOrd="0" presId="urn:microsoft.com/office/officeart/2005/8/layout/process4"/>
    <dgm:cxn modelId="{4B082970-FEF7-449E-89F4-067B715FCFDD}" type="presParOf" srcId="{4BEC3D44-6F8C-4B68-BA7F-705578289C61}" destId="{36DFC892-D867-426E-A704-AF77DDE5262B}" srcOrd="3" destOrd="0" presId="urn:microsoft.com/office/officeart/2005/8/layout/process4"/>
    <dgm:cxn modelId="{D9757313-6344-4C37-BDC2-0644CEA7DC8A}" type="presParOf" srcId="{4BEC3D44-6F8C-4B68-BA7F-705578289C61}" destId="{762BF71E-E1E5-4B16-8825-BD66B5B45F74}" srcOrd="4" destOrd="0" presId="urn:microsoft.com/office/officeart/2005/8/layout/process4"/>
    <dgm:cxn modelId="{1660D908-2940-4ABB-B714-60B2A80480B0}" type="presParOf" srcId="{762BF71E-E1E5-4B16-8825-BD66B5B45F74}" destId="{E0A3A29C-86FC-49D7-B044-8DE33618B442}" srcOrd="0" destOrd="0" presId="urn:microsoft.com/office/officeart/2005/8/layout/process4"/>
    <dgm:cxn modelId="{F57A80C3-854E-415A-BE8B-E897B2DA1608}" type="presParOf" srcId="{762BF71E-E1E5-4B16-8825-BD66B5B45F74}" destId="{E45D9F02-BC39-47B4-95A7-45C60EA032EF}" srcOrd="1" destOrd="0" presId="urn:microsoft.com/office/officeart/2005/8/layout/process4"/>
    <dgm:cxn modelId="{A83DC354-345B-48A2-A246-7934F75D0AC5}" type="presParOf" srcId="{762BF71E-E1E5-4B16-8825-BD66B5B45F74}" destId="{2DF91716-D77E-49C6-B15B-CBFAFBFE350C}" srcOrd="2" destOrd="0" presId="urn:microsoft.com/office/officeart/2005/8/layout/process4"/>
    <dgm:cxn modelId="{08553719-8496-4D63-AA65-2BE3E46F70A3}" type="presParOf" srcId="{2DF91716-D77E-49C6-B15B-CBFAFBFE350C}" destId="{AB56C31F-E4BB-4034-980E-CE7B156CEAEB}" srcOrd="0" destOrd="0" presId="urn:microsoft.com/office/officeart/2005/8/layout/process4"/>
    <dgm:cxn modelId="{C47BAC8D-1702-4215-AF94-C6718F34C15B}" type="presParOf" srcId="{2DF91716-D77E-49C6-B15B-CBFAFBFE350C}" destId="{DBF1A791-8A09-4D69-B9C9-782440FD2E82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0493D-94D9-4F71-800A-2A7E25287CA8}">
      <dsp:nvSpPr>
        <dsp:cNvPr id="0" name=""/>
        <dsp:cNvSpPr/>
      </dsp:nvSpPr>
      <dsp:spPr>
        <a:xfrm>
          <a:off x="0" y="4078917"/>
          <a:ext cx="8128000" cy="13387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b="1" kern="1200" dirty="0" smtClean="0"/>
            <a:t>Database</a:t>
          </a:r>
          <a:endParaRPr lang="en-US" sz="4000" b="1" kern="1200" dirty="0"/>
        </a:p>
      </dsp:txBody>
      <dsp:txXfrm>
        <a:off x="0" y="4078917"/>
        <a:ext cx="8128000" cy="722947"/>
      </dsp:txXfrm>
    </dsp:sp>
    <dsp:sp modelId="{EA506989-20BD-4481-AF63-E294E4D2B76F}">
      <dsp:nvSpPr>
        <dsp:cNvPr id="0" name=""/>
        <dsp:cNvSpPr/>
      </dsp:nvSpPr>
      <dsp:spPr>
        <a:xfrm>
          <a:off x="0" y="4775089"/>
          <a:ext cx="8128000" cy="61584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500" b="1" kern="1200" dirty="0" smtClean="0"/>
            <a:t>Stores student progress, lessons, quizzes</a:t>
          </a:r>
          <a:endParaRPr lang="en-US" sz="3500" b="1" kern="1200" dirty="0"/>
        </a:p>
      </dsp:txBody>
      <dsp:txXfrm>
        <a:off x="0" y="4775089"/>
        <a:ext cx="8128000" cy="615844"/>
      </dsp:txXfrm>
    </dsp:sp>
    <dsp:sp modelId="{A98EC300-8773-42CF-8E36-B8490EE8639C}">
      <dsp:nvSpPr>
        <dsp:cNvPr id="0" name=""/>
        <dsp:cNvSpPr/>
      </dsp:nvSpPr>
      <dsp:spPr>
        <a:xfrm rot="10800000">
          <a:off x="0" y="2039937"/>
          <a:ext cx="8128000" cy="205906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b="1" kern="1200" dirty="0" smtClean="0"/>
            <a:t>Backend Server</a:t>
          </a:r>
          <a:endParaRPr lang="en-US" sz="4000" b="1" kern="1200" dirty="0"/>
        </a:p>
      </dsp:txBody>
      <dsp:txXfrm rot="-10800000">
        <a:off x="0" y="2039937"/>
        <a:ext cx="8128000" cy="722730"/>
      </dsp:txXfrm>
    </dsp:sp>
    <dsp:sp modelId="{71B5B8CD-73FB-4E3F-8F8F-933886C7914F}">
      <dsp:nvSpPr>
        <dsp:cNvPr id="0" name=""/>
        <dsp:cNvSpPr/>
      </dsp:nvSpPr>
      <dsp:spPr>
        <a:xfrm>
          <a:off x="992" y="2762668"/>
          <a:ext cx="8126015" cy="615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500" b="1" kern="1200" dirty="0" smtClean="0"/>
            <a:t>Adaptive Learning Engine</a:t>
          </a:r>
          <a:endParaRPr lang="en-US" sz="3500" b="1" kern="1200" dirty="0"/>
        </a:p>
      </dsp:txBody>
      <dsp:txXfrm>
        <a:off x="992" y="2762668"/>
        <a:ext cx="8126015" cy="615659"/>
      </dsp:txXfrm>
    </dsp:sp>
    <dsp:sp modelId="{E45D9F02-BC39-47B4-95A7-45C60EA032EF}">
      <dsp:nvSpPr>
        <dsp:cNvPr id="0" name=""/>
        <dsp:cNvSpPr/>
      </dsp:nvSpPr>
      <dsp:spPr>
        <a:xfrm rot="10800000">
          <a:off x="0" y="957"/>
          <a:ext cx="8128000" cy="2059061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b="1" kern="1200" dirty="0" smtClean="0"/>
            <a:t>Student/Teacher</a:t>
          </a:r>
          <a:endParaRPr lang="en-US" sz="4000" b="1" kern="1200" dirty="0"/>
        </a:p>
      </dsp:txBody>
      <dsp:txXfrm rot="-10800000">
        <a:off x="0" y="957"/>
        <a:ext cx="8128000" cy="722730"/>
      </dsp:txXfrm>
    </dsp:sp>
    <dsp:sp modelId="{AB56C31F-E4BB-4034-980E-CE7B156CEAEB}">
      <dsp:nvSpPr>
        <dsp:cNvPr id="0" name=""/>
        <dsp:cNvSpPr/>
      </dsp:nvSpPr>
      <dsp:spPr>
        <a:xfrm>
          <a:off x="0" y="723688"/>
          <a:ext cx="4064000" cy="615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500" b="1" kern="1200" dirty="0" smtClean="0"/>
            <a:t>(Website/App)</a:t>
          </a:r>
          <a:endParaRPr lang="en-US" sz="3500" b="1" kern="1200" dirty="0"/>
        </a:p>
      </dsp:txBody>
      <dsp:txXfrm>
        <a:off x="0" y="723688"/>
        <a:ext cx="4064000" cy="615659"/>
      </dsp:txXfrm>
    </dsp:sp>
    <dsp:sp modelId="{DBF1A791-8A09-4D69-B9C9-782440FD2E82}">
      <dsp:nvSpPr>
        <dsp:cNvPr id="0" name=""/>
        <dsp:cNvSpPr/>
      </dsp:nvSpPr>
      <dsp:spPr>
        <a:xfrm>
          <a:off x="4064000" y="723688"/>
          <a:ext cx="4064000" cy="6156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44450" rIns="248920" bIns="444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500" b="1" kern="1200" dirty="0" smtClean="0"/>
            <a:t>[Frontend]</a:t>
          </a:r>
          <a:endParaRPr lang="en-US" sz="3500" b="1" kern="1200" dirty="0"/>
        </a:p>
      </dsp:txBody>
      <dsp:txXfrm>
        <a:off x="4064000" y="723688"/>
        <a:ext cx="4064000" cy="615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7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DD6DFB4-D13C-43C7-A6E2-553BDAF0CB6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104874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301B03AA-5796-456C-8AD9-BE69F141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79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1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2AB85-A781-40F3-AD40-B549DE029EB8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104874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4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A9B6A-266E-44BC-AAE5-2595D20B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03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697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22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32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8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7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0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0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0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6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35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3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11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0487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3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14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15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70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48578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48579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83F87D0C-1794-4484-B098-1067D2BCFC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>
              <a:solidFill>
                <a:srgbClr val="DFDCB7"/>
              </a:solidFill>
            </a:endParaRPr>
          </a:p>
        </p:txBody>
      </p:sp>
      <p:sp>
        <p:nvSpPr>
          <p:cNvPr id="1048582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448A8C0-19E9-4D56-856A-36F8EE96C964}" type="datetimeFigureOut">
              <a:rPr lang="en-US" smtClean="0">
                <a:solidFill>
                  <a:srgbClr val="DFDCB7"/>
                </a:solidFill>
              </a:rPr>
              <a:t>3/24/2025</a:t>
            </a:fld>
            <a:endParaRPr lang="en-US" dirty="0">
              <a:solidFill>
                <a:srgbClr val="DFDCB7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 txBox="1"/>
          <p:nvPr/>
        </p:nvSpPr>
        <p:spPr>
          <a:xfrm>
            <a:off x="0" y="121920"/>
            <a:ext cx="11277600" cy="3091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400" b="1" dirty="0">
                <a:solidFill>
                  <a:srgbClr val="675E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ADAPTIVE E-LEARNING PLATFORM FOR SLOW LEARNERS IN SECONDARY SCHOOLS.</a:t>
            </a:r>
            <a:r>
              <a:rPr lang="en-US" sz="4400" b="1" dirty="0" smtClean="0">
                <a:solidFill>
                  <a:srgbClr val="675E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48590" name="Rectangle 1"/>
          <p:cNvSpPr/>
          <p:nvPr/>
        </p:nvSpPr>
        <p:spPr>
          <a:xfrm>
            <a:off x="320040" y="3169920"/>
            <a:ext cx="2103121" cy="202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591" name="TextBox 14"/>
          <p:cNvSpPr txBox="1"/>
          <p:nvPr/>
        </p:nvSpPr>
        <p:spPr>
          <a:xfrm>
            <a:off x="1295400" y="5310810"/>
            <a:ext cx="9144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ADELEKE O. </a:t>
            </a:r>
            <a:endParaRPr lang="en-US" sz="4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2" name="TextBox 6"/>
          <p:cNvSpPr txBox="1"/>
          <p:nvPr/>
        </p:nvSpPr>
        <p:spPr>
          <a:xfrm rot="21291571">
            <a:off x="5044440" y="5999500"/>
            <a:ext cx="7071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Venue:</a:t>
            </a:r>
            <a:r>
              <a:rPr lang="en-US" sz="3200" b="1" dirty="0">
                <a:solidFill>
                  <a:srgbClr val="2F2B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solidFill>
                  <a:srgbClr val="2F2B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 DEPARTMENT</a:t>
            </a:r>
            <a:endParaRPr lang="en-US" sz="3200" b="1" dirty="0">
              <a:solidFill>
                <a:srgbClr val="2F2B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Rectangle 7"/>
          <p:cNvSpPr/>
          <p:nvPr/>
        </p:nvSpPr>
        <p:spPr>
          <a:xfrm>
            <a:off x="9021553" y="147386"/>
            <a:ext cx="2103121" cy="202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594" name="Rectangle 8"/>
          <p:cNvSpPr/>
          <p:nvPr/>
        </p:nvSpPr>
        <p:spPr>
          <a:xfrm>
            <a:off x="274320" y="106679"/>
            <a:ext cx="2103121" cy="202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595" name="Rectangle 9"/>
          <p:cNvSpPr/>
          <p:nvPr/>
        </p:nvSpPr>
        <p:spPr>
          <a:xfrm>
            <a:off x="9021553" y="3169919"/>
            <a:ext cx="2103121" cy="146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596" name="Rectangle 2"/>
          <p:cNvSpPr/>
          <p:nvPr/>
        </p:nvSpPr>
        <p:spPr>
          <a:xfrm>
            <a:off x="5647800" y="3165455"/>
            <a:ext cx="791538" cy="688341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4000" b="1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Rectangle 4"/>
          <p:cNvSpPr/>
          <p:nvPr/>
        </p:nvSpPr>
        <p:spPr>
          <a:xfrm>
            <a:off x="1642828" y="3668375"/>
            <a:ext cx="87601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OMOTAYO VICTORIA</a:t>
            </a:r>
            <a:r>
              <a:rPr lang="en-US" sz="5400" b="1" cap="none" spc="0" dirty="0" smtClean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OLAITAN</a:t>
            </a:r>
            <a:endParaRPr lang="en-US" sz="5400" b="1" cap="none" spc="0" dirty="0">
              <a:ln w="0"/>
              <a:solidFill>
                <a:schemeClr val="tx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48598" name="Rectangle 5"/>
          <p:cNvSpPr/>
          <p:nvPr/>
        </p:nvSpPr>
        <p:spPr>
          <a:xfrm>
            <a:off x="3029847" y="4598015"/>
            <a:ext cx="6489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MATRIC NO.:</a:t>
            </a:r>
            <a:r>
              <a:rPr lang="en-US" sz="54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</a:t>
            </a:r>
            <a:r>
              <a:rPr lang="en-US" sz="54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043341</a:t>
            </a:r>
            <a:endParaRPr lang="en-US" sz="54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48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48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8" grpId="0"/>
      <p:bldP spid="1048591" grpId="0"/>
      <p:bldP spid="1048592" grpId="0"/>
      <p:bldP spid="1048596" grpId="0"/>
      <p:bldP spid="1048597" grpId="0"/>
      <p:bldP spid="104859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746760" y="1"/>
            <a:ext cx="10058400" cy="807719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 to the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study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807720"/>
            <a:ext cx="10972800" cy="5818596"/>
          </a:xfrm>
        </p:spPr>
        <p:txBody>
          <a:bodyPr>
            <a:normAutofit/>
          </a:bodyPr>
          <a:lstStyle/>
          <a:p>
            <a:pPr algn="just"/>
            <a:r>
              <a:rPr lang="en-GB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secondary school students struggle with traditional learning due to differences in learning speed and cognitive abilities</a:t>
            </a: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e-learning platforms are designed for the average student, making learning difficult for slow learners</a:t>
            </a: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e-learning platforms can provide personalized learning experiences based on a student's learning ability</a:t>
            </a: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focuses on developing an e-learning system that adapts to individual learning speeds using real-time feedback and assessments.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  <p:bldP spid="104860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746760" y="1"/>
            <a:ext cx="10058400" cy="807719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44729"/>
              </p:ext>
            </p:extLst>
          </p:nvPr>
        </p:nvGraphicFramePr>
        <p:xfrm>
          <a:off x="609600" y="899160"/>
          <a:ext cx="10160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555426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Authors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Results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Weaknesses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780407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Tutoring System for Personalized Learning (John &amp; Smith, 2020)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– based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adaptive learning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learning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efficiency by 40%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85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746760" y="1"/>
            <a:ext cx="10058400" cy="807719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808753"/>
              </p:ext>
            </p:extLst>
          </p:nvPr>
        </p:nvGraphicFramePr>
        <p:xfrm>
          <a:off x="609600" y="1600200"/>
          <a:ext cx="1016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555426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Authors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Results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Weaknesses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369544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 learning for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Special Needs Students (Doe et al., 2019)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Gamification and personalized lessons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engagement by 60%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of implementation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34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259080" y="670560"/>
            <a:ext cx="10058400" cy="807719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757578"/>
              </p:ext>
            </p:extLst>
          </p:nvPr>
        </p:nvGraphicFramePr>
        <p:xfrm>
          <a:off x="609600" y="594360"/>
          <a:ext cx="101600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555426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Authors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Results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Weaknesses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369544"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learning App for Students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Learning Disabilities (Kumar, 2021)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</a:t>
                      </a:r>
                      <a:r>
                        <a:rPr lang="en-GB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adaptive assessment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retention rate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Scalability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0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1626670" y="211755"/>
            <a:ext cx="9955730" cy="56135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02" name="Content Placeholder 4"/>
          <p:cNvSpPr>
            <a:spLocks noGrp="1"/>
          </p:cNvSpPr>
          <p:nvPr>
            <p:ph idx="1"/>
          </p:nvPr>
        </p:nvSpPr>
        <p:spPr>
          <a:xfrm>
            <a:off x="213360" y="879793"/>
            <a:ext cx="10972800" cy="567021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school students who are slow learners often struggle to keep up with the pace of regular classroom learning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systems that specifically adapt to the needs of such students.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gap by developing an Adaptive E-Learning Platform to provide personalized educational content.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746760" y="-91439"/>
            <a:ext cx="10058400" cy="807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1626670" y="211755"/>
            <a:ext cx="9955730" cy="56135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02" name="Content Placeholder 4"/>
          <p:cNvSpPr>
            <a:spLocks noGrp="1"/>
          </p:cNvSpPr>
          <p:nvPr>
            <p:ph idx="1"/>
          </p:nvPr>
        </p:nvSpPr>
        <p:spPr>
          <a:xfrm>
            <a:off x="213360" y="716281"/>
            <a:ext cx="10972800" cy="6141720"/>
          </a:xfrm>
        </p:spPr>
        <p:txBody>
          <a:bodyPr>
            <a:normAutofit fontScale="85000" lnSpcReduction="10000"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adaptive e-learning platform that personalizes learning experiences for slow learners in secondary school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AI-based system that adjusts lesson difficulty based on performance.</a:t>
            </a:r>
          </a:p>
          <a:p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feedback mechanism to monitor students' progress.</a:t>
            </a:r>
          </a:p>
          <a:p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intuitive user interface for ease of use.</a:t>
            </a:r>
          </a:p>
          <a:p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system's effectiveness through user testing.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746760" y="-91439"/>
            <a:ext cx="10058400" cy="807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Aims and Objectives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457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48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8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1626670" y="211755"/>
            <a:ext cx="9955730" cy="56135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02" name="Content Placeholder 4"/>
          <p:cNvSpPr>
            <a:spLocks noGrp="1"/>
          </p:cNvSpPr>
          <p:nvPr>
            <p:ph idx="1"/>
          </p:nvPr>
        </p:nvSpPr>
        <p:spPr>
          <a:xfrm>
            <a:off x="213360" y="655321"/>
            <a:ext cx="10972800" cy="614172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core subjects like Mathematics and English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secondary school 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in Nigeria.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based on quiz performance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technology in some schools.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selected schools for testing.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746760" y="-91439"/>
            <a:ext cx="10058400" cy="807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Project’s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and Limitations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665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2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 of Existing </a:t>
            </a: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e-learning platforms provide static content.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to adjust learning speed based on performance.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struggle with comprehension.</a:t>
            </a:r>
          </a:p>
        </p:txBody>
      </p:sp>
    </p:spTree>
    <p:extLst>
      <p:ext uri="{BB962C8B-B14F-4D97-AF65-F5344CB8AC3E}">
        <p14:creationId xmlns:p14="http://schemas.microsoft.com/office/powerpoint/2010/main" val="197656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  <p:bldP spid="104860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 Existing </a:t>
            </a: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learning paths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interactivity and engagement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track individual progress effectively.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87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  <p:bldP spid="104860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Proposed System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based on student performance.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adjustment.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progress tracking.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 and multimedia support.</a:t>
            </a:r>
          </a:p>
        </p:txBody>
      </p:sp>
    </p:spTree>
    <p:extLst>
      <p:ext uri="{BB962C8B-B14F-4D97-AF65-F5344CB8AC3E}">
        <p14:creationId xmlns:p14="http://schemas.microsoft.com/office/powerpoint/2010/main" val="351709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  <p:bldP spid="104860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Proposed System </a:t>
            </a:r>
            <a:endParaRPr lang="en-GB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Diagram)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→ Selects subject → Takes adaptive quiz → System adjusts lesson difficulty → Receives feedback.</a:t>
            </a:r>
          </a:p>
        </p:txBody>
      </p:sp>
    </p:spTree>
    <p:extLst>
      <p:ext uri="{BB962C8B-B14F-4D97-AF65-F5344CB8AC3E}">
        <p14:creationId xmlns:p14="http://schemas.microsoft.com/office/powerpoint/2010/main" val="39845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9465767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696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interactions between students, teachers, and the system. </a:t>
            </a:r>
            <a:endParaRPr lang="en-GB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→ Processing by AI engine → Adapted content delivery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algn="just"/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users, quizzes, performance tracking,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8407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 fontScale="92500" lnSpcReduction="20000"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</a:p>
          <a:p>
            <a:pPr algn="just"/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(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LearningPace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Progress)</a:t>
            </a:r>
          </a:p>
          <a:p>
            <a:pPr algn="just"/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(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LessonID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Content,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DifficultyLevel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 (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QuizID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Questions, Answers)</a:t>
            </a:r>
          </a:p>
          <a:p>
            <a:pPr algn="just"/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LessonID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QuizID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Score)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27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114300" indent="0" algn="ctr">
              <a:buNone/>
            </a:pP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algorithms that adjust the difficulty level of quizzes and lessons based on student performance.</a:t>
            </a:r>
          </a:p>
          <a:p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 algorithms for personalized content delivery.</a:t>
            </a: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8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>
            <a:spLocks noGrp="1"/>
          </p:cNvSpPr>
          <p:nvPr>
            <p:ph type="title"/>
          </p:nvPr>
        </p:nvSpPr>
        <p:spPr>
          <a:xfrm>
            <a:off x="899160" y="12283"/>
            <a:ext cx="10058400" cy="856397"/>
          </a:xfrm>
        </p:spPr>
        <p:txBody>
          <a:bodyPr/>
          <a:lstStyle/>
          <a:p>
            <a:pPr algn="ctr"/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00" name="Content Placeholder 4"/>
          <p:cNvSpPr>
            <a:spLocks noGrp="1"/>
          </p:cNvSpPr>
          <p:nvPr>
            <p:ph idx="1"/>
          </p:nvPr>
        </p:nvSpPr>
        <p:spPr>
          <a:xfrm>
            <a:off x="228600" y="685800"/>
            <a:ext cx="10972800" cy="5757636"/>
          </a:xfrm>
        </p:spPr>
        <p:txBody>
          <a:bodyPr>
            <a:normAutofit fontScale="92500" lnSpcReduction="20000"/>
          </a:bodyPr>
          <a:lstStyle/>
          <a:p>
            <a:pPr marL="114300" indent="0" algn="ctr">
              <a:buNone/>
            </a:pPr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</a:p>
          <a:p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Testing individual components (backend APIs, frontend functionalities).</a:t>
            </a:r>
          </a:p>
          <a:p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Ensuring that the entire system works together seamlessly.</a:t>
            </a:r>
          </a:p>
          <a:p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 (UAT): Testing with real students to gather feedback and improve the system.</a:t>
            </a: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19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Content Placeholder 2"/>
          <p:cNvSpPr>
            <a:spLocks noGrp="1"/>
          </p:cNvSpPr>
          <p:nvPr>
            <p:ph idx="1"/>
          </p:nvPr>
        </p:nvSpPr>
        <p:spPr>
          <a:xfrm>
            <a:off x="1796141" y="828041"/>
            <a:ext cx="6853949" cy="5050246"/>
          </a:xfrm>
        </p:spPr>
        <p:txBody>
          <a:bodyPr/>
          <a:lstStyle/>
          <a:p>
            <a:pPr marL="0" indent="0" algn="ctr">
              <a:buNone/>
            </a:pPr>
            <a:r>
              <a:rPr lang="en-US" sz="9600" dirty="0" smtClean="0">
                <a:latin typeface="Algerian" panose="04020705040A02060702" charset="0"/>
                <a:cs typeface="Algerian" panose="04020705040A02060702" charset="0"/>
              </a:rPr>
              <a:t>THANK YOU FOR </a:t>
            </a:r>
            <a:r>
              <a:rPr lang="en-US" sz="9600" dirty="0">
                <a:latin typeface="Algerian" panose="04020705040A02060702" charset="0"/>
                <a:cs typeface="Algerian" panose="04020705040A02060702" charset="0"/>
              </a:rPr>
              <a:t>LISTENING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4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5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668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Algerian</vt:lpstr>
      <vt:lpstr>Arial</vt:lpstr>
      <vt:lpstr>Calibri</vt:lpstr>
      <vt:lpstr>Cambria</vt:lpstr>
      <vt:lpstr>Times New Roman</vt:lpstr>
      <vt:lpstr>Adjacency</vt:lpstr>
      <vt:lpstr>PowerPoint Presentation</vt:lpstr>
      <vt:lpstr>Background to the study </vt:lpstr>
      <vt:lpstr>Related Works</vt:lpstr>
      <vt:lpstr>Related Works</vt:lpstr>
      <vt:lpstr>Related Works</vt:lpstr>
      <vt:lpstr>v</vt:lpstr>
      <vt:lpstr>v</vt:lpstr>
      <vt:lpstr>v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PSYCHODYNAMIC AND SELF-CONTROL THERAPIES IN THE MANAGEMENT OF SMARTPHONE ADDICTION AMONG UNDERGRADUATES IN OYO STATE</dc:title>
  <dc:creator>user</dc:creator>
  <cp:lastModifiedBy>victor odeyemi</cp:lastModifiedBy>
  <cp:revision>21</cp:revision>
  <dcterms:created xsi:type="dcterms:W3CDTF">2023-07-24T02:43:00Z</dcterms:created>
  <dcterms:modified xsi:type="dcterms:W3CDTF">2025-03-24T15:06:18Z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ad659e483c9842c88a5ff3c09058ecc6</vt:lpwstr>
  </property>
  <property fmtid="{D5CDD505-2E9C-101B-9397-08002B2CF9AE}" pid="3" name="KSOProductBuildVer">
    <vt:lpwstr>1033-11.2.0.11537</vt:lpwstr>
  </property>
</Properties>
</file>